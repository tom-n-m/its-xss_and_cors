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9280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1874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4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TEIL 1 · GRUNDLAGEN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0" b="1" kern="0" spc="100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</a:t>
            </a:r>
            <a:endParaRPr lang="en-US" sz="11000" dirty="0"/>
          </a:p>
        </p:txBody>
      </p:sp>
      <p:sp>
        <p:nvSpPr>
          <p:cNvPr id="4" name="Text 2"/>
          <p:cNvSpPr/>
          <p:nvPr/>
        </p:nvSpPr>
        <p:spPr>
          <a:xfrm>
            <a:off x="868680" y="370332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560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Cross-Origin Resource Sharing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868680" y="4526280"/>
            <a:ext cx="1828800" cy="0"/>
          </a:xfrm>
          <a:prstGeom prst="line">
            <a:avLst/>
          </a:prstGeom>
          <a:noFill/>
          <a:ln w="28575">
            <a:solidFill>
              <a:srgbClr val="1618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754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der Browser blockiert – und warum die scheduler-API davon betroffen ist.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448495" y="608076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Vortrag: Ole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 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Same-Origin Policy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8778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Skript darf einen Request an eine fremde Origin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senden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die Antwort nicht lesen, wenn die Zielseite das nicht erlaubt.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ORIGIN BESTEHT AUS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767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749040" y="3520440"/>
            <a:ext cx="0" cy="68580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4760" y="3767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6675120" y="3520440"/>
            <a:ext cx="0" cy="68580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720840" y="37673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8079</a:t>
            </a:r>
            <a:endParaRPr lang="en-US" sz="3000" dirty="0"/>
          </a:p>
        </p:txBody>
      </p:sp>
      <p:sp>
        <p:nvSpPr>
          <p:cNvPr id="15" name="Shape 13"/>
          <p:cNvSpPr/>
          <p:nvPr/>
        </p:nvSpPr>
        <p:spPr>
          <a:xfrm>
            <a:off x="868680" y="4892040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5166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Verschiedene Ports = verschiedene Origins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68680" y="5669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localhost:8078</a:t>
            </a:r>
            <a:r>
              <a:rPr lang="en-US" sz="1800" b="1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≠      </a:t>
            </a:r>
            <a:r>
              <a:rPr lang="en-US" sz="18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localhost:8079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 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= ausdrückliche Lesefreigabe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Server sagt per Header, welche fremden Origins seine Antworten im Browser lesen dürfen.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48920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88950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Access-Control-Allow-Origin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32735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Origin darf die Antwort lesen? Sicher = feste Allowlist.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46520" y="2743200"/>
            <a:ext cx="48920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889504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Access-Control-Allow-Credentials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46520" y="3273552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Dürfen Cookies / Auth mitgesendet werden? Nur wenn nötig.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822192"/>
            <a:ext cx="48920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684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Access-Control-Allow-Methods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68680" y="43525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Erlaubte Methoden, z. B. GET, POST, PUT, DELETE.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46520" y="3822192"/>
            <a:ext cx="48920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968496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Access-Control-Allow-Headers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46520" y="4352544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Erlaubte Request-Header, z. B. Authorization, Content-Type.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68680" y="4901184"/>
            <a:ext cx="48920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0474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Access-Control-Expose-Headers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868680" y="543153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Response-Header darf JavaScript lesen, z. B. Content-Disposition.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4901184"/>
            <a:ext cx="4892040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504748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Vary: Origin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46520" y="543153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dynamischer Origin-Wahl nötig, damit Caches nicht mischen.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GRUNDLAGE 03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Preflight: die Vorab-Anfrage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Sobald ein Request Authorization oder Content-Type: application/json nutzt, schickt der Browser zuerst ein OPTIONS. Antwortet der Server falsch, blockiert er die </a:t>
            </a:r>
            <a:r>
              <a:rPr lang="en-US" sz="1700" dirty="0" err="1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echte</a:t>
            </a: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Request.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4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EINFACHER REQUEST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34290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813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sendet direkt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11880" y="342900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114800" y="34290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antwortet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114800" y="38130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Allow-Origin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4526280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PREFLIGHT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5212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55961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Vorab-Anfrage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11880" y="5212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114800" y="5212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Server-OK?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55961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CORS-Header prüfen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858000" y="52120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60920" y="5212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Echter Request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60920" y="55961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sonst blockiert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WICHTIGSTE BOTSCHAFT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ist </a:t>
            </a:r>
            <a:r>
              <a:rPr lang="en-US" sz="4800" b="1" dirty="0">
                <a:solidFill>
                  <a:srgbClr val="D23B4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keine</a:t>
            </a:r>
            <a:r>
              <a:rPr lang="en-US" sz="48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Authentifizierung.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68680" y="333756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regelt nur, ob fremdes JavaScript die Antwort lesen darf. Wer der Nutzer ist und was er darf, muss der Server weiterhin selbst prüfen.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4846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AUTHENTIFIZIERUNG &amp; RECHTE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8680" y="5212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Prüft serverseitig, wer der Nutzer ist und was er sehen darf. Schützt die Daten selbst.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72200" y="4864608"/>
            <a:ext cx="0" cy="91440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48463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618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46520" y="52120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Hebt nur die Browser-Lesesperre für bestimmte Origins auf. Gibt keinerlei Rechte.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IM PROJEKT · SCHEDULER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 Alltag sieht man kein CORS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Vue-Frontend ruft nicht localhost:8079 auf, sondern relativ /api/… . Vite leitet das an die API weiter – für den Browser ist alles same-origin zu localhost:8078.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14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NORMALER FRONTEND-AUFRUF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340156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:8078</a:t>
            </a:r>
            <a:r>
              <a:rPr lang="en-US" sz="1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9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Vite-Proxy /api</a:t>
            </a:r>
            <a:r>
              <a:rPr lang="en-US" sz="1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r>
              <a:rPr lang="en-US" sz="19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:8079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same-origin - kein CORS-Fehler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4526280"/>
            <a:ext cx="10454335" cy="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4800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DEMO-SEITE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8680" y="51389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Demo-Client :5173</a:t>
            </a:r>
            <a:r>
              <a:rPr lang="en-US" sz="1900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⇢   </a:t>
            </a:r>
            <a:r>
              <a:rPr lang="en-US" sz="19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direkt zur API :8079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6868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cross-origin - nur dieser Weg erzeugt den CORS-Fehler – darum braucht die Demo eine eigene Origin.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6868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vite.config.js:9-17 · http-client.js:180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868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5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IM PROJEKT · SCHEDULER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0774375" y="5029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kern="0" spc="1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Zwei Punkte zum Prüfen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schützt nicht vor direktem Zugriff – nur vor dem Lesen durch fremdes JavaScript. Diese zwei Stellen sind unabhängig davon sicherheitsrelevant.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172200" y="2971800"/>
            <a:ext cx="0" cy="2834640"/>
          </a:xfrm>
          <a:prstGeom prst="line">
            <a:avLst/>
          </a:prstGeom>
          <a:noFill/>
          <a:ln w="12700">
            <a:solidFill>
              <a:srgbClr val="E4E7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08760" y="29900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/files/** ist öffentlich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611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erlaubt alle Requests unter /files/** </a:t>
            </a:r>
            <a:r>
              <a:rPr lang="en-US" sz="1400" b="1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ohne Authentifizierung</a:t>
            </a: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u. a. Planungs- und ICS-Dateien.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480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/files/planningperiod/{id}/download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4983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Guter Demo-Endpunkt – aber prüfen, ob wirklich alles öffentlich sein soll.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68680" y="5623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SecurityConfiguration.java:48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46520" y="2971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AA3A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086600" y="2990088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181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Keycloak: webOrigins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46520" y="36118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Web-Client im Realm-Export nutzt eine Wildcard und unnötige OAuth-Flows – zu breit für einen SPA-Client.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webOrigins: ["*"]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464040" y="437083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Origin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4782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implicitFlowEnabled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464040" y="47823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im Fragment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51937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81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directAccessGrants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64040" y="51937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D23B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Passwort-Grant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5623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scheduler.json:859-867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543</Words>
  <Application>Microsoft Macintosh PowerPoint</Application>
  <PresentationFormat>Widescreen</PresentationFormat>
  <Paragraphs>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CORS – Grundlagen &amp; Problem im Projekt scheduler</dc:title>
  <dc:subject>PptxGenJS Presentation</dc:subject>
  <dc:creator>Ole</dc:creator>
  <cp:lastModifiedBy>Raik Ole Kannenberg</cp:lastModifiedBy>
  <cp:revision>3</cp:revision>
  <dcterms:created xsi:type="dcterms:W3CDTF">2026-06-08T10:18:51Z</dcterms:created>
  <dcterms:modified xsi:type="dcterms:W3CDTF">2026-06-08T10:21:53Z</dcterms:modified>
</cp:coreProperties>
</file>